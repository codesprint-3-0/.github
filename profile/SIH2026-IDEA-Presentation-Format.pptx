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5962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648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7480F0-9359-23E8-3541-64E26D832A81}"/>
              </a:ext>
            </a:extLst>
          </p:cNvPr>
          <p:cNvGrpSpPr/>
          <p:nvPr/>
        </p:nvGrpSpPr>
        <p:grpSpPr>
          <a:xfrm>
            <a:off x="9841366" y="6297"/>
            <a:ext cx="2209120" cy="1122868"/>
            <a:chOff x="9841366" y="6297"/>
            <a:chExt cx="2209120" cy="112286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EE26E05-3C79-0BCA-C2CD-07487AA54025}"/>
                </a:ext>
              </a:extLst>
            </p:cNvPr>
            <p:cNvGrpSpPr/>
            <p:nvPr/>
          </p:nvGrpSpPr>
          <p:grpSpPr>
            <a:xfrm>
              <a:off x="9841366" y="6297"/>
              <a:ext cx="2209120" cy="1122868"/>
              <a:chOff x="9841366" y="6297"/>
              <a:chExt cx="2209120" cy="1122868"/>
            </a:xfrm>
          </p:grpSpPr>
          <p:pic>
            <p:nvPicPr>
              <p:cNvPr id="1026" name="Picture 2" descr="https://www.sih.gov.in/img1/SIH-Logo.pn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41366" y="6297"/>
                <a:ext cx="2209120" cy="11228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9F4D60F-4A3C-9851-F2D5-B8CE0902BEEE}"/>
                  </a:ext>
                </a:extLst>
              </p:cNvPr>
              <p:cNvSpPr/>
              <p:nvPr/>
            </p:nvSpPr>
            <p:spPr>
              <a:xfrm>
                <a:off x="10865967" y="707008"/>
                <a:ext cx="1115505" cy="2382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1FC34CD-A798-567F-71DC-DF027572054D}"/>
                </a:ext>
              </a:extLst>
            </p:cNvPr>
            <p:cNvSpPr txBox="1"/>
            <p:nvPr/>
          </p:nvSpPr>
          <p:spPr>
            <a:xfrm>
              <a:off x="11078298" y="632026"/>
              <a:ext cx="782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2596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  <a:endParaRPr lang="en-IN" b="1" dirty="0">
                <a:solidFill>
                  <a:srgbClr val="42596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E2258A2-4638-5A98-FE32-BC96344F0F79}"/>
              </a:ext>
            </a:extLst>
          </p:cNvPr>
          <p:cNvGrpSpPr/>
          <p:nvPr/>
        </p:nvGrpSpPr>
        <p:grpSpPr>
          <a:xfrm>
            <a:off x="9841366" y="6297"/>
            <a:ext cx="2209120" cy="1122868"/>
            <a:chOff x="9841366" y="6297"/>
            <a:chExt cx="2209120" cy="112286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8AC11AA-0478-F835-3D9D-2AE62C937F72}"/>
                </a:ext>
              </a:extLst>
            </p:cNvPr>
            <p:cNvGrpSpPr/>
            <p:nvPr/>
          </p:nvGrpSpPr>
          <p:grpSpPr>
            <a:xfrm>
              <a:off x="9841366" y="6297"/>
              <a:ext cx="2209120" cy="1122868"/>
              <a:chOff x="9841366" y="6297"/>
              <a:chExt cx="2209120" cy="1122868"/>
            </a:xfrm>
          </p:grpSpPr>
          <p:pic>
            <p:nvPicPr>
              <p:cNvPr id="5" name="Picture 2" descr="https://www.sih.gov.in/img1/SIH-Logo.png">
                <a:extLst>
                  <a:ext uri="{FF2B5EF4-FFF2-40B4-BE49-F238E27FC236}">
                    <a16:creationId xmlns:a16="http://schemas.microsoft.com/office/drawing/2014/main" id="{91CCABC6-F154-D7BF-4AFA-FD8B863405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41366" y="6297"/>
                <a:ext cx="2209120" cy="11228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FBD2F91-5F42-D009-B81B-BDC6BB30DCFB}"/>
                  </a:ext>
                </a:extLst>
              </p:cNvPr>
              <p:cNvSpPr/>
              <p:nvPr/>
            </p:nvSpPr>
            <p:spPr>
              <a:xfrm>
                <a:off x="10865967" y="707008"/>
                <a:ext cx="1115505" cy="2382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A5EC5A8-C0FB-1B44-EA73-CC7AFAFA7BEE}"/>
                </a:ext>
              </a:extLst>
            </p:cNvPr>
            <p:cNvSpPr txBox="1"/>
            <p:nvPr/>
          </p:nvSpPr>
          <p:spPr>
            <a:xfrm>
              <a:off x="11078298" y="632026"/>
              <a:ext cx="782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2596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  <a:endParaRPr lang="en-IN" b="1" dirty="0">
                <a:solidFill>
                  <a:srgbClr val="42596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38BAB46-5746-B67C-B6D0-48B84DF800C1}"/>
              </a:ext>
            </a:extLst>
          </p:cNvPr>
          <p:cNvGrpSpPr/>
          <p:nvPr/>
        </p:nvGrpSpPr>
        <p:grpSpPr>
          <a:xfrm>
            <a:off x="9841366" y="6297"/>
            <a:ext cx="2209120" cy="1122868"/>
            <a:chOff x="9841366" y="6297"/>
            <a:chExt cx="2209120" cy="112286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810D3A3-7735-9A43-4B98-24D400AC5138}"/>
                </a:ext>
              </a:extLst>
            </p:cNvPr>
            <p:cNvGrpSpPr/>
            <p:nvPr/>
          </p:nvGrpSpPr>
          <p:grpSpPr>
            <a:xfrm>
              <a:off x="9841366" y="6297"/>
              <a:ext cx="2209120" cy="1122868"/>
              <a:chOff x="9841366" y="6297"/>
              <a:chExt cx="2209120" cy="1122868"/>
            </a:xfrm>
          </p:grpSpPr>
          <p:pic>
            <p:nvPicPr>
              <p:cNvPr id="5" name="Picture 2" descr="https://www.sih.gov.in/img1/SIH-Logo.png">
                <a:extLst>
                  <a:ext uri="{FF2B5EF4-FFF2-40B4-BE49-F238E27FC236}">
                    <a16:creationId xmlns:a16="http://schemas.microsoft.com/office/drawing/2014/main" id="{23B16BC4-38C5-3BBD-9C44-7803CE6F18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41366" y="6297"/>
                <a:ext cx="2209120" cy="11228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420E53-5FEB-3B81-F411-4A1239AE7302}"/>
                  </a:ext>
                </a:extLst>
              </p:cNvPr>
              <p:cNvSpPr/>
              <p:nvPr/>
            </p:nvSpPr>
            <p:spPr>
              <a:xfrm>
                <a:off x="10865967" y="707008"/>
                <a:ext cx="1115505" cy="2382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4A1DC28-0FDC-2D69-666E-7A358EDAC19A}"/>
                </a:ext>
              </a:extLst>
            </p:cNvPr>
            <p:cNvSpPr txBox="1"/>
            <p:nvPr/>
          </p:nvSpPr>
          <p:spPr>
            <a:xfrm>
              <a:off x="11078298" y="632026"/>
              <a:ext cx="782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2596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  <a:endParaRPr lang="en-IN" b="1" dirty="0">
                <a:solidFill>
                  <a:srgbClr val="42596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E8112FC-698A-0B49-F831-FC9BDC647D03}"/>
              </a:ext>
            </a:extLst>
          </p:cNvPr>
          <p:cNvGrpSpPr/>
          <p:nvPr/>
        </p:nvGrpSpPr>
        <p:grpSpPr>
          <a:xfrm>
            <a:off x="9841366" y="6297"/>
            <a:ext cx="2209120" cy="1122868"/>
            <a:chOff x="9841366" y="6297"/>
            <a:chExt cx="2209120" cy="112286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CAA97F2-7220-CCAB-AC63-48D2C7D6EF4A}"/>
                </a:ext>
              </a:extLst>
            </p:cNvPr>
            <p:cNvGrpSpPr/>
            <p:nvPr/>
          </p:nvGrpSpPr>
          <p:grpSpPr>
            <a:xfrm>
              <a:off x="9841366" y="6297"/>
              <a:ext cx="2209120" cy="1122868"/>
              <a:chOff x="9841366" y="6297"/>
              <a:chExt cx="2209120" cy="1122868"/>
            </a:xfrm>
          </p:grpSpPr>
          <p:pic>
            <p:nvPicPr>
              <p:cNvPr id="5" name="Picture 2" descr="https://www.sih.gov.in/img1/SIH-Logo.png">
                <a:extLst>
                  <a:ext uri="{FF2B5EF4-FFF2-40B4-BE49-F238E27FC236}">
                    <a16:creationId xmlns:a16="http://schemas.microsoft.com/office/drawing/2014/main" id="{09F697F6-6A21-7696-EE02-154B242724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41366" y="6297"/>
                <a:ext cx="2209120" cy="11228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776A469-0A51-4E51-D864-8C01BBBE63D2}"/>
                  </a:ext>
                </a:extLst>
              </p:cNvPr>
              <p:cNvSpPr/>
              <p:nvPr/>
            </p:nvSpPr>
            <p:spPr>
              <a:xfrm>
                <a:off x="10865967" y="707008"/>
                <a:ext cx="1115505" cy="2382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FD4DB24-FB16-B121-75E0-10C54A5632AF}"/>
                </a:ext>
              </a:extLst>
            </p:cNvPr>
            <p:cNvSpPr txBox="1"/>
            <p:nvPr/>
          </p:nvSpPr>
          <p:spPr>
            <a:xfrm>
              <a:off x="11078298" y="632026"/>
              <a:ext cx="782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2596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  <a:endParaRPr lang="en-IN" b="1" dirty="0">
                <a:solidFill>
                  <a:srgbClr val="42596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7FF57B-3667-B51F-6DB2-D6B5893EEAF0}"/>
              </a:ext>
            </a:extLst>
          </p:cNvPr>
          <p:cNvGrpSpPr/>
          <p:nvPr/>
        </p:nvGrpSpPr>
        <p:grpSpPr>
          <a:xfrm>
            <a:off x="9841366" y="6297"/>
            <a:ext cx="2209120" cy="1122868"/>
            <a:chOff x="9841366" y="6297"/>
            <a:chExt cx="2209120" cy="112286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E1CC90C-8623-D3A5-4D03-BF5D7A085A22}"/>
                </a:ext>
              </a:extLst>
            </p:cNvPr>
            <p:cNvGrpSpPr/>
            <p:nvPr/>
          </p:nvGrpSpPr>
          <p:grpSpPr>
            <a:xfrm>
              <a:off x="9841366" y="6297"/>
              <a:ext cx="2209120" cy="1122868"/>
              <a:chOff x="9841366" y="6297"/>
              <a:chExt cx="2209120" cy="1122868"/>
            </a:xfrm>
          </p:grpSpPr>
          <p:pic>
            <p:nvPicPr>
              <p:cNvPr id="5" name="Picture 2" descr="https://www.sih.gov.in/img1/SIH-Logo.png">
                <a:extLst>
                  <a:ext uri="{FF2B5EF4-FFF2-40B4-BE49-F238E27FC236}">
                    <a16:creationId xmlns:a16="http://schemas.microsoft.com/office/drawing/2014/main" id="{9BFF7DE4-FF48-A83C-2409-C638D14758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41366" y="6297"/>
                <a:ext cx="2209120" cy="11228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CF0B946-21E4-E6FC-5DA7-F04CD5FC5F9A}"/>
                  </a:ext>
                </a:extLst>
              </p:cNvPr>
              <p:cNvSpPr/>
              <p:nvPr/>
            </p:nvSpPr>
            <p:spPr>
              <a:xfrm>
                <a:off x="10865967" y="707008"/>
                <a:ext cx="1115505" cy="2382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130903D-86F5-72B8-FD5F-ADFFEC74DB42}"/>
                </a:ext>
              </a:extLst>
            </p:cNvPr>
            <p:cNvSpPr txBox="1"/>
            <p:nvPr/>
          </p:nvSpPr>
          <p:spPr>
            <a:xfrm>
              <a:off x="11078298" y="632026"/>
              <a:ext cx="782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2596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  <a:endParaRPr lang="en-IN" b="1" dirty="0">
                <a:solidFill>
                  <a:srgbClr val="42596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F5491D-F516-C536-4F55-2F7AFC5374C8}"/>
              </a:ext>
            </a:extLst>
          </p:cNvPr>
          <p:cNvGrpSpPr/>
          <p:nvPr/>
        </p:nvGrpSpPr>
        <p:grpSpPr>
          <a:xfrm>
            <a:off x="9841366" y="6297"/>
            <a:ext cx="2209120" cy="1122868"/>
            <a:chOff x="9841366" y="6297"/>
            <a:chExt cx="2209120" cy="112286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E858FF6-6077-B2FC-39E2-499452243AFB}"/>
                </a:ext>
              </a:extLst>
            </p:cNvPr>
            <p:cNvGrpSpPr/>
            <p:nvPr/>
          </p:nvGrpSpPr>
          <p:grpSpPr>
            <a:xfrm>
              <a:off x="9841366" y="6297"/>
              <a:ext cx="2209120" cy="1122868"/>
              <a:chOff x="9841366" y="6297"/>
              <a:chExt cx="2209120" cy="1122868"/>
            </a:xfrm>
          </p:grpSpPr>
          <p:pic>
            <p:nvPicPr>
              <p:cNvPr id="5" name="Picture 2" descr="https://www.sih.gov.in/img1/SIH-Logo.png">
                <a:extLst>
                  <a:ext uri="{FF2B5EF4-FFF2-40B4-BE49-F238E27FC236}">
                    <a16:creationId xmlns:a16="http://schemas.microsoft.com/office/drawing/2014/main" id="{8AD606AA-6275-89C6-81FB-E29703A357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41366" y="6297"/>
                <a:ext cx="2209120" cy="11228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EE971EE-A530-2635-6D5D-3D218C49409E}"/>
                  </a:ext>
                </a:extLst>
              </p:cNvPr>
              <p:cNvSpPr/>
              <p:nvPr/>
            </p:nvSpPr>
            <p:spPr>
              <a:xfrm>
                <a:off x="10865967" y="707008"/>
                <a:ext cx="1115505" cy="2382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B7CA879-7EA5-08ED-018F-5C7975BE2B5D}"/>
                </a:ext>
              </a:extLst>
            </p:cNvPr>
            <p:cNvSpPr txBox="1"/>
            <p:nvPr/>
          </p:nvSpPr>
          <p:spPr>
            <a:xfrm>
              <a:off x="11078298" y="632026"/>
              <a:ext cx="782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2596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  <a:endParaRPr lang="en-IN" b="1" dirty="0">
                <a:solidFill>
                  <a:srgbClr val="42596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EF31ADD-D95F-B0A2-352D-40AFDA486F43}"/>
              </a:ext>
            </a:extLst>
          </p:cNvPr>
          <p:cNvGrpSpPr/>
          <p:nvPr/>
        </p:nvGrpSpPr>
        <p:grpSpPr>
          <a:xfrm>
            <a:off x="9841366" y="6297"/>
            <a:ext cx="2209120" cy="1122868"/>
            <a:chOff x="9841366" y="6297"/>
            <a:chExt cx="2209120" cy="112286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759D9CB-A13D-AD30-9D41-78A3EC2D7579}"/>
                </a:ext>
              </a:extLst>
            </p:cNvPr>
            <p:cNvGrpSpPr/>
            <p:nvPr/>
          </p:nvGrpSpPr>
          <p:grpSpPr>
            <a:xfrm>
              <a:off x="9841366" y="6297"/>
              <a:ext cx="2209120" cy="1122868"/>
              <a:chOff x="9841366" y="6297"/>
              <a:chExt cx="2209120" cy="1122868"/>
            </a:xfrm>
          </p:grpSpPr>
          <p:pic>
            <p:nvPicPr>
              <p:cNvPr id="13" name="Picture 2" descr="https://www.sih.gov.in/img1/SIH-Logo.png">
                <a:extLst>
                  <a:ext uri="{FF2B5EF4-FFF2-40B4-BE49-F238E27FC236}">
                    <a16:creationId xmlns:a16="http://schemas.microsoft.com/office/drawing/2014/main" id="{5274F542-589F-B47E-97AA-7131D4774E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41366" y="6297"/>
                <a:ext cx="2209120" cy="11228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A1964EC-A7EC-0FA0-2A59-9C07B7673F5E}"/>
                  </a:ext>
                </a:extLst>
              </p:cNvPr>
              <p:cNvSpPr/>
              <p:nvPr/>
            </p:nvSpPr>
            <p:spPr>
              <a:xfrm>
                <a:off x="10865967" y="707008"/>
                <a:ext cx="1115505" cy="2382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F4314F-D2FB-61C1-6290-9D6BB2599D83}"/>
                </a:ext>
              </a:extLst>
            </p:cNvPr>
            <p:cNvSpPr txBox="1"/>
            <p:nvPr/>
          </p:nvSpPr>
          <p:spPr>
            <a:xfrm>
              <a:off x="11078298" y="632026"/>
              <a:ext cx="782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2596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  <a:endParaRPr lang="en-IN" b="1" dirty="0">
                <a:solidFill>
                  <a:srgbClr val="42596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7492</TotalTime>
  <Words>345</Words>
  <Application>Microsoft Office PowerPoint</Application>
  <PresentationFormat>Widescreen</PresentationFormat>
  <Paragraphs>69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Souvik Das</cp:lastModifiedBy>
  <cp:revision>148</cp:revision>
  <dcterms:created xsi:type="dcterms:W3CDTF">2013-12-12T18:46:50Z</dcterms:created>
  <dcterms:modified xsi:type="dcterms:W3CDTF">2026-08-19T19:04:00Z</dcterms:modified>
  <cp:category/>
</cp:coreProperties>
</file>